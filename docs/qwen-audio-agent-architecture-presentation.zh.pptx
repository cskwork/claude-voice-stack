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6a4ca4272a4d13" /><Relationship Type="http://schemas.openxmlformats.org/officeDocument/2006/relationships/extended-properties" Target="/docProps/app.xml" Id="R86b79601050345a4" /><Relationship Type="http://schemas.openxmlformats.org/officeDocument/2006/relationships/officeDocument" Target="/ppt/presentation.xml" Id="Rc5b867acf37049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488ddf8d85480d"/>
  </p:sldMasterIdLst>
  <p:notesMasterIdLst>
    <p:notesMasterId xmlns:r="http://schemas.openxmlformats.org/officeDocument/2006/relationships" r:id="R492f1efab7144e83"/>
  </p:notesMasterIdLst>
  <p:sldIdLst>
    <p:sldId xmlns:r="http://schemas.openxmlformats.org/officeDocument/2006/relationships" id="256" r:id="R16e860e256a545da"/>
    <p:sldId xmlns:r="http://schemas.openxmlformats.org/officeDocument/2006/relationships" id="257" r:id="R404d3d77d49e43d7"/>
    <p:sldId xmlns:r="http://schemas.openxmlformats.org/officeDocument/2006/relationships" id="258" r:id="Rec5aaa8ac1e643e0"/>
    <p:sldId xmlns:r="http://schemas.openxmlformats.org/officeDocument/2006/relationships" id="259" r:id="R79cfca1694524b96"/>
    <p:sldId xmlns:r="http://schemas.openxmlformats.org/officeDocument/2006/relationships" id="260" r:id="R5fd7ab12d75b4da6"/>
    <p:sldId xmlns:r="http://schemas.openxmlformats.org/officeDocument/2006/relationships" id="261" r:id="R142710810feb400d"/>
    <p:sldId xmlns:r="http://schemas.openxmlformats.org/officeDocument/2006/relationships" id="262" r:id="R4c4b5dfe30174910"/>
    <p:sldId xmlns:r="http://schemas.openxmlformats.org/officeDocument/2006/relationships" id="263" r:id="R7bc62f03e5e6450d"/>
    <p:sldId xmlns:r="http://schemas.openxmlformats.org/officeDocument/2006/relationships" id="264" r:id="R27fbf12de7df4fc9"/>
    <p:sldId xmlns:r="http://schemas.openxmlformats.org/officeDocument/2006/relationships" id="265" r:id="Ra2fcbef3bd874336"/>
    <p:sldId xmlns:r="http://schemas.openxmlformats.org/officeDocument/2006/relationships" id="266" r:id="R529f43a6361f409e"/>
    <p:sldId xmlns:r="http://schemas.openxmlformats.org/officeDocument/2006/relationships" id="267" r:id="R95e941589dfa4d35"/>
    <p:sldId xmlns:r="http://schemas.openxmlformats.org/officeDocument/2006/relationships" id="268" r:id="R1e83629276d74151"/>
    <p:sldId xmlns:r="http://schemas.openxmlformats.org/officeDocument/2006/relationships" id="269" r:id="R5bb433326a134fff"/>
    <p:sldId xmlns:r="http://schemas.openxmlformats.org/officeDocument/2006/relationships" id="270" r:id="Rdb39975c360e4831"/>
    <p:sldId xmlns:r="http://schemas.openxmlformats.org/officeDocument/2006/relationships" id="271" r:id="R4c8e1d2eaf6a4beb"/>
    <p:sldId xmlns:r="http://schemas.openxmlformats.org/officeDocument/2006/relationships" id="272" r:id="R4e906fc590cd49ef"/>
    <p:sldId xmlns:r="http://schemas.openxmlformats.org/officeDocument/2006/relationships" id="273" r:id="R68e1f843762342ba"/>
    <p:sldId xmlns:r="http://schemas.openxmlformats.org/officeDocument/2006/relationships" id="274" r:id="Rd9675565e6fe48e7"/>
    <p:sldId xmlns:r="http://schemas.openxmlformats.org/officeDocument/2006/relationships" id="275" r:id="Ra8bc728b73bc4314"/>
    <p:sldId xmlns:r="http://schemas.openxmlformats.org/officeDocument/2006/relationships" id="276" r:id="Rbcdaa537b67344c7"/>
    <p:sldId xmlns:r="http://schemas.openxmlformats.org/officeDocument/2006/relationships" id="277" r:id="Rb487f0b62b3441f6"/>
    <p:sldId xmlns:r="http://schemas.openxmlformats.org/officeDocument/2006/relationships" id="278" r:id="R3d5872eedf634c89"/>
    <p:sldId xmlns:r="http://schemas.openxmlformats.org/officeDocument/2006/relationships" id="279" r:id="Rc4d9f4983d1e4000"/>
    <p:sldId xmlns:r="http://schemas.openxmlformats.org/officeDocument/2006/relationships" id="280" r:id="Rb6de52c255144420"/>
    <p:sldId xmlns:r="http://schemas.openxmlformats.org/officeDocument/2006/relationships" id="281" r:id="R21e3d9e5a9da454f"/>
    <p:sldId xmlns:r="http://schemas.openxmlformats.org/officeDocument/2006/relationships" id="282" r:id="Ra3529e58edb748dc"/>
    <p:sldId xmlns:r="http://schemas.openxmlformats.org/officeDocument/2006/relationships" id="283" r:id="R9c27148ac08d4a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8022509cf041cf" /><Relationship Type="http://schemas.openxmlformats.org/officeDocument/2006/relationships/slideMaster" Target="/ppt/slideMasters/slideMaster1.xml" Id="Reb488ddf8d85480d" /><Relationship Type="http://schemas.openxmlformats.org/officeDocument/2006/relationships/notesMaster" Target="/ppt/notesMasters/notesMaster1.xml" Id="R492f1efab7144e83" /><Relationship Type="http://schemas.openxmlformats.org/officeDocument/2006/relationships/presProps" Target="/ppt/presProps.xml" Id="R4c1eb8dd950b40af" /><Relationship Type="http://schemas.openxmlformats.org/officeDocument/2006/relationships/tableStyles" Target="/ppt/tableStyles.xml" Id="Raf3e864d91634c22" /><Relationship Type="http://schemas.openxmlformats.org/officeDocument/2006/relationships/slide" Target="/ppt/slides/slide1.xml" Id="R16e860e256a545da" /><Relationship Type="http://schemas.openxmlformats.org/officeDocument/2006/relationships/slide" Target="/ppt/slides/slide2.xml" Id="R404d3d77d49e43d7" /><Relationship Type="http://schemas.openxmlformats.org/officeDocument/2006/relationships/slide" Target="/ppt/slides/slide3.xml" Id="Rec5aaa8ac1e643e0" /><Relationship Type="http://schemas.openxmlformats.org/officeDocument/2006/relationships/slide" Target="/ppt/slides/slide4.xml" Id="R79cfca1694524b96" /><Relationship Type="http://schemas.openxmlformats.org/officeDocument/2006/relationships/slide" Target="/ppt/slides/slide5.xml" Id="R5fd7ab12d75b4da6" /><Relationship Type="http://schemas.openxmlformats.org/officeDocument/2006/relationships/slide" Target="/ppt/slides/slide6.xml" Id="R142710810feb400d" /><Relationship Type="http://schemas.openxmlformats.org/officeDocument/2006/relationships/slide" Target="/ppt/slides/slide7.xml" Id="R4c4b5dfe30174910" /><Relationship Type="http://schemas.openxmlformats.org/officeDocument/2006/relationships/slide" Target="/ppt/slides/slide8.xml" Id="R7bc62f03e5e6450d" /><Relationship Type="http://schemas.openxmlformats.org/officeDocument/2006/relationships/slide" Target="/ppt/slides/slide9.xml" Id="R27fbf12de7df4fc9" /><Relationship Type="http://schemas.openxmlformats.org/officeDocument/2006/relationships/slide" Target="/ppt/slides/slide10.xml" Id="Ra2fcbef3bd874336" /><Relationship Type="http://schemas.openxmlformats.org/officeDocument/2006/relationships/slide" Target="/ppt/slides/slide11.xml" Id="R529f43a6361f409e" /><Relationship Type="http://schemas.openxmlformats.org/officeDocument/2006/relationships/slide" Target="/ppt/slides/slide12.xml" Id="R95e941589dfa4d35" /><Relationship Type="http://schemas.openxmlformats.org/officeDocument/2006/relationships/slide" Target="/ppt/slides/slide13.xml" Id="R1e83629276d74151" /><Relationship Type="http://schemas.openxmlformats.org/officeDocument/2006/relationships/slide" Target="/ppt/slides/slide14.xml" Id="R5bb433326a134fff" /><Relationship Type="http://schemas.openxmlformats.org/officeDocument/2006/relationships/slide" Target="/ppt/slides/slide15.xml" Id="Rdb39975c360e4831" /><Relationship Type="http://schemas.openxmlformats.org/officeDocument/2006/relationships/slide" Target="/ppt/slides/slide16.xml" Id="R4c8e1d2eaf6a4beb" /><Relationship Type="http://schemas.openxmlformats.org/officeDocument/2006/relationships/slide" Target="/ppt/slides/slide17.xml" Id="R4e906fc590cd49ef" /><Relationship Type="http://schemas.openxmlformats.org/officeDocument/2006/relationships/slide" Target="/ppt/slides/slide18.xml" Id="R68e1f843762342ba" /><Relationship Type="http://schemas.openxmlformats.org/officeDocument/2006/relationships/slide" Target="/ppt/slides/slide19.xml" Id="Rd9675565e6fe48e7" /><Relationship Type="http://schemas.openxmlformats.org/officeDocument/2006/relationships/slide" Target="/ppt/slides/slide20.xml" Id="Ra8bc728b73bc4314" /><Relationship Type="http://schemas.openxmlformats.org/officeDocument/2006/relationships/slide" Target="/ppt/slides/slide21.xml" Id="Rbcdaa537b67344c7" /><Relationship Type="http://schemas.openxmlformats.org/officeDocument/2006/relationships/slide" Target="/ppt/slides/slide22.xml" Id="Rb487f0b62b3441f6" /><Relationship Type="http://schemas.openxmlformats.org/officeDocument/2006/relationships/slide" Target="/ppt/slides/slide23.xml" Id="R3d5872eedf634c89" /><Relationship Type="http://schemas.openxmlformats.org/officeDocument/2006/relationships/slide" Target="/ppt/slides/slide24.xml" Id="Rc4d9f4983d1e4000" /><Relationship Type="http://schemas.openxmlformats.org/officeDocument/2006/relationships/slide" Target="/ppt/slides/slide25.xml" Id="Rb6de52c255144420" /><Relationship Type="http://schemas.openxmlformats.org/officeDocument/2006/relationships/slide" Target="/ppt/slides/slide26.xml" Id="R21e3d9e5a9da454f" /><Relationship Type="http://schemas.openxmlformats.org/officeDocument/2006/relationships/slide" Target="/ppt/slides/slide27.xml" Id="Ra3529e58edb748dc" /><Relationship Type="http://schemas.openxmlformats.org/officeDocument/2006/relationships/slide" Target="/ppt/slides/slide28.xml" Id="R9c27148ac08d4a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84fe6e0c0e4a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0ebe7b0fb1426f" /><Relationship Type="http://schemas.openxmlformats.org/officeDocument/2006/relationships/notesMaster" Target="/ppt/notesMasters/notesMaster1.xml" Id="R544352c6a17249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5e52d365149f7" /><Relationship Type="http://schemas.openxmlformats.org/officeDocument/2006/relationships/notesMaster" Target="/ppt/notesMasters/notesMaster1.xml" Id="R461456b1f8a64b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c3512551304c57" /><Relationship Type="http://schemas.openxmlformats.org/officeDocument/2006/relationships/notesMaster" Target="/ppt/notesMasters/notesMaster1.xml" Id="Rdbdd4fd3ce5a41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642be3c2764be4" /><Relationship Type="http://schemas.openxmlformats.org/officeDocument/2006/relationships/notesMaster" Target="/ppt/notesMasters/notesMaster1.xml" Id="Rf09c83a704dd48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a9252e16fe41d4" /><Relationship Type="http://schemas.openxmlformats.org/officeDocument/2006/relationships/notesMaster" Target="/ppt/notesMasters/notesMaster1.xml" Id="R38b44897ba8a47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8b3d4600094bba" /><Relationship Type="http://schemas.openxmlformats.org/officeDocument/2006/relationships/notesMaster" Target="/ppt/notesMasters/notesMaster1.xml" Id="Rde1eaff9b5f342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7a0b827384e6a" /><Relationship Type="http://schemas.openxmlformats.org/officeDocument/2006/relationships/notesMaster" Target="/ppt/notesMasters/notesMaster1.xml" Id="R4b8af5b87e5341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6db06fbce44697" /><Relationship Type="http://schemas.openxmlformats.org/officeDocument/2006/relationships/notesMaster" Target="/ppt/notesMasters/notesMaster1.xml" Id="R1c584c9a22b340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03af5c23f4a39" /><Relationship Type="http://schemas.openxmlformats.org/officeDocument/2006/relationships/notesMaster" Target="/ppt/notesMasters/notesMaster1.xml" Id="R7297fff78a2841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2af69348ff4897" /><Relationship Type="http://schemas.openxmlformats.org/officeDocument/2006/relationships/notesMaster" Target="/ppt/notesMasters/notesMaster1.xml" Id="R9f46d69c416445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5ee58089204331" /><Relationship Type="http://schemas.openxmlformats.org/officeDocument/2006/relationships/notesMaster" Target="/ppt/notesMasters/notesMaster1.xml" Id="Rd4ddec6ee0204c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13acea7d264647" /><Relationship Type="http://schemas.openxmlformats.org/officeDocument/2006/relationships/notesMaster" Target="/ppt/notesMasters/notesMaster1.xml" Id="Raf001b91fc204c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fe7256c5dc41bd" /><Relationship Type="http://schemas.openxmlformats.org/officeDocument/2006/relationships/notesMaster" Target="/ppt/notesMasters/notesMaster1.xml" Id="R47d340d910bb47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abc5a6ed214978" /><Relationship Type="http://schemas.openxmlformats.org/officeDocument/2006/relationships/notesMaster" Target="/ppt/notesMasters/notesMaster1.xml" Id="R993d1b1375d144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da0e5d6a97482b" /><Relationship Type="http://schemas.openxmlformats.org/officeDocument/2006/relationships/notesMaster" Target="/ppt/notesMasters/notesMaster1.xml" Id="R0635789e701540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6003b017704763" /><Relationship Type="http://schemas.openxmlformats.org/officeDocument/2006/relationships/notesMaster" Target="/ppt/notesMasters/notesMaster1.xml" Id="Rbd29c8afcb8e4e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ed093bc36247d5" /><Relationship Type="http://schemas.openxmlformats.org/officeDocument/2006/relationships/notesMaster" Target="/ppt/notesMasters/notesMaster1.xml" Id="Rbcc9b23e10344e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5be1f128ee4651" /><Relationship Type="http://schemas.openxmlformats.org/officeDocument/2006/relationships/notesMaster" Target="/ppt/notesMasters/notesMaster1.xml" Id="R759435da9d984c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9096d7dec04b70" /><Relationship Type="http://schemas.openxmlformats.org/officeDocument/2006/relationships/notesMaster" Target="/ppt/notesMasters/notesMaster1.xml" Id="R2615259242ec4b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a9a6810cdb441e" /><Relationship Type="http://schemas.openxmlformats.org/officeDocument/2006/relationships/notesMaster" Target="/ppt/notesMasters/notesMaster1.xml" Id="Rfdbf56ae03164f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41330a739c46d4" /><Relationship Type="http://schemas.openxmlformats.org/officeDocument/2006/relationships/notesMaster" Target="/ppt/notesMasters/notesMaster1.xml" Id="R46d430ff602742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27def44ab44a04" /><Relationship Type="http://schemas.openxmlformats.org/officeDocument/2006/relationships/notesMaster" Target="/ppt/notesMasters/notesMaster1.xml" Id="Raa5197fe44af47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e1dfb0f5ce4fbf" /><Relationship Type="http://schemas.openxmlformats.org/officeDocument/2006/relationships/notesMaster" Target="/ppt/notesMasters/notesMaster1.xml" Id="R9775853b95c444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0275dfffa14435" /><Relationship Type="http://schemas.openxmlformats.org/officeDocument/2006/relationships/notesMaster" Target="/ppt/notesMasters/notesMaster1.xml" Id="R8599de972e6848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1d9c99e2fc4130" /><Relationship Type="http://schemas.openxmlformats.org/officeDocument/2006/relationships/notesMaster" Target="/ppt/notesMasters/notesMaster1.xml" Id="R6d4c1b41c13d482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d8eb513d27644bd" /><Relationship Type="http://schemas.openxmlformats.org/officeDocument/2006/relationships/notesMaster" Target="/ppt/notesMasters/notesMaster1.xml" Id="Rb3b2f23899564af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cfd1c2cf0649a7" /><Relationship Type="http://schemas.openxmlformats.org/officeDocument/2006/relationships/notesMaster" Target="/ppt/notesMasters/notesMaster1.xml" Id="R42b8bf3335ca471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0a2469d69be403e" /><Relationship Type="http://schemas.openxmlformats.org/officeDocument/2006/relationships/notesMaster" Target="/ppt/notesMasters/notesMaster1.xml" Id="Rc6cdcbf7001d42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implementation and architecture assets;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implementation and architecture assets;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docs/qwen-audio-agent-two-layer-architecture.png</a:t>
            </a:r>
          </a:p>
          <a:p xmlns:a="http://schemas.openxmlformats.org/drawingml/2006/main">
            <a:r>
              <a:t>- derived from docs/qwen-audio-agent-three-layer-architecture.png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implementation and architecture assets;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server/src/voice/frontend-tools.mjs</a:t>
            </a:r>
          </a:p>
          <a:p xmlns:a="http://schemas.openxmlformats.org/drawingml/2006/main">
            <a:r>
              <a:t>- server/src/voice/tools/tool-call-handler.mjs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server/src/voice/frontend-tools.mjs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server/src/voice/tools/tool-call-handler.mjs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server/src/task/task-manager.mjs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server/src/task/task-manager.mjs</a:t>
            </a:r>
          </a:p>
          <a:p xmlns:a="http://schemas.openxmlformats.org/drawingml/2006/main">
            <a:r>
              <a:t>- server/src/task/task-scheduler.mjs</a:t>
            </a:r>
          </a:p>
          <a:p xmlns:a="http://schemas.openxmlformats.org/drawingml/2006/main">
            <a:r>
              <a:t>- server/src/agent/acp-backend-adapter.mjs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server/src/agent/coordinator.mjs</a:t>
            </a:r>
          </a:p>
          <a:p xmlns:a="http://schemas.openxmlformats.org/drawingml/2006/main">
            <a:r>
              <a:t>- server/src/agent/acp-backend-adapter.mjs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server/src/voice/announcement/announcement-manager.mjs</a:t>
            </a:r>
          </a:p>
          <a:p xmlns:a="http://schemas.openxmlformats.org/drawingml/2006/main">
            <a:r>
              <a:t>- server/src/voice/realtime-gateway.mjs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server/src/voice/announcement/announcement-manager.mjs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server/src/task/task-manager.mjs</a:t>
            </a:r>
          </a:p>
          <a:p xmlns:a="http://schemas.openxmlformats.org/drawingml/2006/main">
            <a:r>
              <a:t>- server/src/voice/announcement/announcement-manager.mjs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docs/qwen-audio-agent-three-layer-architecture.png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server/src/agent/acp-backend-adapter.mjs</a:t>
            </a:r>
          </a:p>
          <a:p xmlns:a="http://schemas.openxmlformats.org/drawingml/2006/main">
            <a:r>
              <a:t>- server/src/agent/backend-adapter.mjs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server/src/agent/acp-backend-adapter.mjs</a:t>
            </a:r>
          </a:p>
          <a:p xmlns:a="http://schemas.openxmlformats.org/drawingml/2006/main">
            <a:r>
              <a:t>- server/src/task/task-manager.mjs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server/src/conversation/frontend-memory-service.mjs</a:t>
            </a:r>
          </a:p>
          <a:p xmlns:a="http://schemas.openxmlformats.org/drawingml/2006/main">
            <a:r>
              <a:t>- server/src/conversation/memory-extractor.mjs</a:t>
            </a:r>
          </a:p>
          <a:p xmlns:a="http://schemas.openxmlformats.org/drawingml/2006/main">
            <a:r>
              <a:t>- server/src/conversation/frontend-agent-context.mjs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server/src/conversation/frontend-agent-context.mjs</a:t>
            </a:r>
          </a:p>
          <a:p xmlns:a="http://schemas.openxmlformats.org/drawingml/2006/main">
            <a:r>
              <a:t>- server/src/core/memory-scopes.mjs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server/src/conversation/memory-extractor.mjs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server/src/conversation/conversation-sync.mjs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server/src/core/identity.mjs</a:t>
            </a:r>
          </a:p>
          <a:p xmlns:a="http://schemas.openxmlformats.org/drawingml/2006/main">
            <a:r>
              <a:t>- server/src/voice/active-voice-clients.mjs</a:t>
            </a:r>
          </a:p>
          <a:p xmlns:a="http://schemas.openxmlformats.org/drawingml/2006/main">
            <a:r>
              <a:t>- server/src/agent/permission-broker.mjs</a:t>
            </a:r>
          </a:p>
          <a:p xmlns:a="http://schemas.openxmlformats.org/drawingml/2006/main">
            <a:r>
              <a:t>- server/src/voice/session-permission-policy.mjs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server/src/voice/realtime-provider.mjs</a:t>
            </a:r>
          </a:p>
          <a:p xmlns:a="http://schemas.openxmlformats.org/drawingml/2006/main">
            <a:r>
              <a:t>- server/src/agent/backend-adapter.mjs</a:t>
            </a:r>
          </a:p>
          <a:p xmlns:a="http://schemas.openxmlformats.org/drawingml/2006/main">
            <a:r>
              <a:t>- server/src/agent/acp-backend-adapter.mjs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implementation and architecture assets;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implementation and architecture assets;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implementation and architecture assets;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server/src/core/config.mjs</a:t>
            </a:r>
          </a:p>
          <a:p xmlns:a="http://schemas.openxmlformats.org/drawingml/2006/main">
            <a:r>
              <a:t>- server/src/task/task-manager.mjs</a:t>
            </a:r>
          </a:p>
          <a:p xmlns:a="http://schemas.openxmlformats.org/drawingml/2006/main">
            <a:r>
              <a:t>- server/src/voice/announcement/announcement-manager.mjs</a:t>
            </a:r>
          </a:p>
          <a:p xmlns:a="http://schemas.openxmlformats.org/drawingml/2006/main">
            <a:r>
              <a:t>- server/src/conversation/memory-extractor.mjs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implementation and architecture assets;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6a8039532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3395331fc64306" /><Relationship Type="http://schemas.openxmlformats.org/officeDocument/2006/relationships/slideLayout" Target="/ppt/slideLayouts/slideLayout1.xml" Id="R3b1ab197047040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1ab197047040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1967e46c64758" /><Relationship Type="http://schemas.openxmlformats.org/officeDocument/2006/relationships/notesSlide" Target="/ppt/notesSlides/notesSlide1.xml" Id="R11c0ce7e510f41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4a5a768e4fb8" /><Relationship Type="http://schemas.openxmlformats.org/officeDocument/2006/relationships/image" Target="/ppt/media/image.png" Id="R32db95c0307f416b" /><Relationship Type="http://schemas.openxmlformats.org/officeDocument/2006/relationships/notesSlide" Target="/ppt/notesSlides/notesSlide2.xml" Id="R2f2247366f5a4b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93c816d2f48a2" /><Relationship Type="http://schemas.openxmlformats.org/officeDocument/2006/relationships/notesSlide" Target="/ppt/notesSlides/notesSlide3.xml" Id="Rf0f2f2c1f0874c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afc9ef60c4242" /><Relationship Type="http://schemas.openxmlformats.org/officeDocument/2006/relationships/image" Target="/ppt/media/image2.png" Id="R6d70a09409dc4cf6" /><Relationship Type="http://schemas.openxmlformats.org/officeDocument/2006/relationships/notesSlide" Target="/ppt/notesSlides/notesSlide4.xml" Id="R52fa08f860e74c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5cb89f7384af7" /><Relationship Type="http://schemas.openxmlformats.org/officeDocument/2006/relationships/notesSlide" Target="/ppt/notesSlides/notesSlide5.xml" Id="Rf815edcbe3994e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a18c48c7b4ef8" /><Relationship Type="http://schemas.openxmlformats.org/officeDocument/2006/relationships/notesSlide" Target="/ppt/notesSlides/notesSlide6.xml" Id="R79ee507b40fe47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b104055e84023" /><Relationship Type="http://schemas.openxmlformats.org/officeDocument/2006/relationships/notesSlide" Target="/ppt/notesSlides/notesSlide7.xml" Id="R2ce1d676c525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c6441e4ca4135" /><Relationship Type="http://schemas.openxmlformats.org/officeDocument/2006/relationships/notesSlide" Target="/ppt/notesSlides/notesSlide8.xml" Id="Ra62c8cdfa0ea43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b6f3bf55f4abc" /><Relationship Type="http://schemas.openxmlformats.org/officeDocument/2006/relationships/notesSlide" Target="/ppt/notesSlides/notesSlide9.xml" Id="Re8744f2a95d144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c9113432f4936" /><Relationship Type="http://schemas.openxmlformats.org/officeDocument/2006/relationships/notesSlide" Target="/ppt/notesSlides/notesSlide10.xml" Id="R32246221bddf4d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e73ead30d446d" /><Relationship Type="http://schemas.openxmlformats.org/officeDocument/2006/relationships/notesSlide" Target="/ppt/notesSlides/notesSlide11.xml" Id="Rbd5b43ac2e644f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433e7577448bb" /><Relationship Type="http://schemas.openxmlformats.org/officeDocument/2006/relationships/notesSlide" Target="/ppt/notesSlides/notesSlide12.xml" Id="Re50d60eb9f6747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01e9028764849" /><Relationship Type="http://schemas.openxmlformats.org/officeDocument/2006/relationships/notesSlide" Target="/ppt/notesSlides/notesSlide13.xml" Id="Rc13aacef431d46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54c9158874008" /><Relationship Type="http://schemas.openxmlformats.org/officeDocument/2006/relationships/notesSlide" Target="/ppt/notesSlides/notesSlide14.xml" Id="R4206aa2b55bd4c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ea0d5488a410e" /><Relationship Type="http://schemas.openxmlformats.org/officeDocument/2006/relationships/image" Target="/ppt/media/image3.png" Id="R4db6c74ab50f4e95" /><Relationship Type="http://schemas.openxmlformats.org/officeDocument/2006/relationships/notesSlide" Target="/ppt/notesSlides/notesSlide15.xml" Id="R8951bd744ad841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012dc07ee4def" /><Relationship Type="http://schemas.openxmlformats.org/officeDocument/2006/relationships/notesSlide" Target="/ppt/notesSlides/notesSlide16.xml" Id="R3f22d3bec69b4d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455255da044ee" /><Relationship Type="http://schemas.openxmlformats.org/officeDocument/2006/relationships/notesSlide" Target="/ppt/notesSlides/notesSlide17.xml" Id="Rc65c0a13bc5d41d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106809c444781" /><Relationship Type="http://schemas.openxmlformats.org/officeDocument/2006/relationships/notesSlide" Target="/ppt/notesSlides/notesSlide18.xml" Id="Re6e443ffd0de40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f8819d33946e0" /><Relationship Type="http://schemas.openxmlformats.org/officeDocument/2006/relationships/notesSlide" Target="/ppt/notesSlides/notesSlide19.xml" Id="R4fab2087b2e540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f95b4e9e04533" /><Relationship Type="http://schemas.openxmlformats.org/officeDocument/2006/relationships/notesSlide" Target="/ppt/notesSlides/notesSlide20.xml" Id="Rd132a89965d345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f0f27dad94ef8" /><Relationship Type="http://schemas.openxmlformats.org/officeDocument/2006/relationships/notesSlide" Target="/ppt/notesSlides/notesSlide21.xml" Id="Rc60f759c011c4be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ca0de78284bfe" /><Relationship Type="http://schemas.openxmlformats.org/officeDocument/2006/relationships/notesSlide" Target="/ppt/notesSlides/notesSlide22.xml" Id="Re9c36866ca974b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cc093f9054c9d" /><Relationship Type="http://schemas.openxmlformats.org/officeDocument/2006/relationships/notesSlide" Target="/ppt/notesSlides/notesSlide23.xml" Id="Rc6e413fa724a461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743b06c19402f" /><Relationship Type="http://schemas.openxmlformats.org/officeDocument/2006/relationships/notesSlide" Target="/ppt/notesSlides/notesSlide24.xml" Id="R1567741a032248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4cc2eff0842f3" /><Relationship Type="http://schemas.openxmlformats.org/officeDocument/2006/relationships/notesSlide" Target="/ppt/notesSlides/notesSlide25.xml" Id="Rb8b40e56d007457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688299eeb420c" /><Relationship Type="http://schemas.openxmlformats.org/officeDocument/2006/relationships/notesSlide" Target="/ppt/notesSlides/notesSlide26.xml" Id="R2c839f2fdfa948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43ddbf61040a8" /><Relationship Type="http://schemas.openxmlformats.org/officeDocument/2006/relationships/notesSlide" Target="/ppt/notesSlides/notesSlide27.xml" Id="R35576e248bec447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07796cf474fc2" /><Relationship Type="http://schemas.openxmlformats.org/officeDocument/2006/relationships/notesSlide" Target="/ppt/notesSlides/notesSlide28.xml" Id="R30db0a6a1af8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EDECA-3D69-4FAE-94FD-95ABCA62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0D4CC-F06F-4DFB-9DCB-02EAF196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QWEN-AUDIO-AGENT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00E05-B883-4C4E-9E06-C5387B3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语音 Agent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架构设计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FD615-4678-4C44-AD4E-B8714A0C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低延迟对话 · 异步工作 · 第三层执行 · 自然播报 · 长期记忆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EB735-778D-45FB-9D2E-9D1AB45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面向 Agent、语音交互与分布式系统的技术汇报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36892-99E9-42E4-8306-46807384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5300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VOICE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1537574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b95c0307f416b"/>
          <a:stretch xmlns:a="http://schemas.openxmlformats.org/drawingml/2006/main"/>
        </p:blipFill>
        <p:spPr>
          <a:xfrm xmlns:a="http://schemas.openxmlformats.org/drawingml/2006/main">
            <a:off x="272001" y="171450"/>
            <a:ext cx="11647999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26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6E136-87BF-458C-A0DE-44D0552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WHY THIS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909F5-B5EB-4614-8E9F-A0476133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真正的问题：两个时间尺度，必须像一个助手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F25F6-3812-4473-977B-6B0E8985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BEA67-22F5-4A98-869D-267194CC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97F12-B26A-44DD-A60A-007A09B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78777-D68E-4807-9F24-E98DBB82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100ms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16626-7D86-4BA5-8A42-1E557BBE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对话时钟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AF9F3-6DFE-40F2-8C58-2CDD7634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低延迟 · 可打断 · 持续在场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520F9-C424-481F-92BA-61406296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Realtime 必须快速结束当前回合，不能等待后台工具链。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82ED9-2DAC-4226-A076-3F927A7B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hours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8EC6F-7D46-4B52-823B-E107D8B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工作时钟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04493-6DBD-42A8-8646-D5113D70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工具 · 权限 · 多 Session · 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F839B-87D0-4C59-A4E1-311D3A8F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Agent 工作可能持续数秒到数小时，并且必须可查询、可取消。</a:t>
            </a:r>
          </a:p>
        </p:txBody>
      </p:sp>
    </p:spTree>
    <p:extLst>
      <p:ext uri="{BB962C8B-B14F-4D97-AF65-F5344CB8AC3E}">
        <p14:creationId xmlns:p14="http://schemas.microsoft.com/office/powerpoint/2010/main" val="1799958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0a09409dc4cf6"/>
          <a:stretch xmlns:a="http://schemas.openxmlformats.org/drawingml/2006/main"/>
        </p:blipFill>
        <p:spPr>
          <a:xfrm xmlns:a="http://schemas.openxmlformats.org/drawingml/2006/main">
            <a:off x="114300" y="879475"/>
            <a:ext cx="11963400" cy="4984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B40FC-9757-444F-A11C-AB7E9B97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先只看前两层：Realtime Frontstage 与 Gateway &amp; Coordination</a:t>
            </a:r>
          </a:p>
        </p:txBody>
      </p:sp>
    </p:spTree>
    <p:extLst>
      <p:ext uri="{BB962C8B-B14F-4D97-AF65-F5344CB8AC3E}">
        <p14:creationId xmlns:p14="http://schemas.microsoft.com/office/powerpoint/2010/main" val="1319039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0718B-8CE5-402F-BEB5-14EB4614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TWO-LAYER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8F03C-C05C-474F-B717-BE5713E0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前后台不是两个进程，而是六个清晰责任域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292FF-65F8-4D25-B426-D6DA7CCE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EFC3-0562-4F93-ADAE-F037DA70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8FE8E-6D67-4F8F-9151-D81936CD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Realtime Frontstage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0668D-7595-47C8-BC6A-B7AF2CBA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D6A12-D7EF-47D1-B1F2-F2AC757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听说、打断、路由、口语化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57452-C17F-4672-819A-69C5687B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Voice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AE042-B596-42AD-9263-6DB7428C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4216A-F7C4-492C-9892-DC843A1B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身份、协议与双工状态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41381-5F30-4318-B03D-3DF47DC7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62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TaskManager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214A2-44F9-4BD9-AA0D-180637D2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EFFE6-6EDE-4370-A592-7CA2379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Work 账本、调度与取消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90AEF-792B-484B-9A9F-19A3CA8C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Backend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ED3DA-D377-4C28-A5B1-82749236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CB6E5-375B-4F94-BE4D-1BA3BCDA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事件、权限与结果归一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63D42-1B9F-406C-A91C-3913A565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Coordinator 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20D4E-52A8-4A99-B907-828C78B0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49DF5-BEB3-4F19-95CE-4B127BDF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67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理解、执行或委派、校验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68A67-CCA2-42F5-8070-88C9F3A8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AnnouncementManager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6D10A-5996-4F9D-8DB0-A3E79DA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0B566-AE6A-41D1-A3EC-6DFF3A37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等待、合并、重试、确认</a:t>
            </a:r>
          </a:p>
        </p:txBody>
      </p:sp>
    </p:spTree>
    <p:extLst>
      <p:ext uri="{BB962C8B-B14F-4D97-AF65-F5344CB8AC3E}">
        <p14:creationId xmlns:p14="http://schemas.microsoft.com/office/powerpoint/2010/main" val="1551070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970E5-D90F-44FE-B237-8030820F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FRONTSTAGE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61C99-767A-4049-9BC3-3EC84D85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前台只承担实时路径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922F0-2767-4D58-9433-DE41D7C4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7CCEB-7E75-4398-98DF-CD5A66C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76EEF-FB2F-4FB6-B280-E44BDA6C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直接回答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0E8FD-2D57-4801-90B2-87DDA08D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当前上下文足够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在本轮生成自然语音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用户随时可以打断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ACF4D-5F7B-4D02-BA62-42B9F2E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90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09B08-9045-4ECC-9992-15CC0984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异步委派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D0D1C-5EBE-4DD9-AD21-8168C7A0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需要搜索、工具或文件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调用 spawn_thinking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拿到回执后立即结束本轮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4AF8C-C6E8-4CEE-919F-DA7772A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前台不持有后台原生 Session，也不决定后台工具链。</a:t>
            </a:r>
          </a:p>
        </p:txBody>
      </p:sp>
    </p:spTree>
    <p:extLst>
      <p:ext uri="{BB962C8B-B14F-4D97-AF65-F5344CB8AC3E}">
        <p14:creationId xmlns:p14="http://schemas.microsoft.com/office/powerpoint/2010/main" val="942981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8E049-76E2-4A57-80CB-5F89CAFD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FRONTSTAGE · CODE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837F8-A732-4CA7-BDE3-A4BA9512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工具白名单把前台能力限制在可控范围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7193B-8822-4286-95C6-37E77337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A51C4-1C17-47E0-961D-279D4991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7CF4F-2FEE-4FD0-B704-EBE001D3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设计结论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EE693-AFC6-47A8-B4D7-373F63A5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33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只暴露低风险、低延迟工具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状态查询不能伪装成新任务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Session 与工具选择留在后台协调层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FCDDC-E884-471A-895D-149AF71A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718185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08A00-ED0C-4FE3-BD3E-7F9DECF7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672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A5F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0A5FA"/>
                </a:solidFill>
                <a:latin typeface="Menlo"/>
                <a:ea typeface="Menlo"/>
                <a:cs typeface="Menlo"/>
              </a:rPr>
              <a:t>server/src/voice/frontend-tools.mjs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1DD10-6F70-42EC-B7EB-89EF6A10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52650"/>
            <a:ext cx="672465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export const SPAWN_THINKING_TOOL_NAME = 'spawn_thinking'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export const CANCEL_AGENT_TASK_TOOL_NAME = 'cancel_agent_task'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export const GET_AGENT_TASK_STATUS_TOOL_NAME = 'get_agent_task_status'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export const GET_CURRENT_TIME_TOOL_NAME = 'get_current_time'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export const MEMORY_TOOL_NAME = 'memory'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export const NOTES_TOOL_NAME = 'notes'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export const RESPOND_AGENT_PERMISSION_TOOL_NAME =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'respond_agent_permission'</a:t>
            </a:r>
          </a:p>
        </p:txBody>
      </p:sp>
    </p:spTree>
    <p:extLst>
      <p:ext uri="{BB962C8B-B14F-4D97-AF65-F5344CB8AC3E}">
        <p14:creationId xmlns:p14="http://schemas.microsoft.com/office/powerpoint/2010/main" val="2141697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87639-AE79-4BDF-B42C-128701B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ASYNC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A601F-D50F-4489-99D8-12E17A1F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spawn_thinking 把长任务变成异步受理协议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F803B-338C-4711-9D0F-662142A6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664BA-800E-4363-BA63-F41DA7C5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67CC0-46AE-4FC9-8EE2-6D39730A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0DF27-3CD4-48EB-ACDA-EE07EDDB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5D8C7-81CF-4431-B20C-E0B407CA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E25B6-3997-4B04-8440-60F68D9D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247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保留用户约束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7C0CA-0D8C-4FB5-82E0-681F208F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193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97681-9F53-477D-BE5D-A95EEA5C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671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校验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B7417-C455-41CA-9EF0-BBC70F31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91000"/>
            <a:ext cx="2247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可用性与幂等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0C2FA-41D1-41EC-9CFB-1AB76B0C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193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2EC7C-5A13-43B4-BC0C-EF76572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671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写入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9B8D0-BBE8-46E2-A1D8-3A2957E5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2247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形成权威事实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3E6DA-9C03-4E08-99FB-1E52D61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193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4B95D-AFD5-4C25-B92F-25D4569B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671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立即回执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1C0DE-8AF0-4A06-92BA-905892C0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247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accepted + work_id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237D9-0586-499D-AEFE-58999820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911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transcript 会建立关联，但不会阻塞实时工具回合。</a:t>
            </a:r>
          </a:p>
        </p:txBody>
      </p:sp>
    </p:spTree>
    <p:extLst>
      <p:ext uri="{BB962C8B-B14F-4D97-AF65-F5344CB8AC3E}">
        <p14:creationId xmlns:p14="http://schemas.microsoft.com/office/powerpoint/2010/main" val="999936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6131E-70BD-45FB-9BF7-064C5335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TASK MANAGER · CODE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31308-6ABF-4FDC-8A3F-848CB998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TaskManager 用 Work 状态机替代模型口头承诺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C4867-0B16-41CC-88BB-A870235B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A8BE1-7FCF-4575-AC9D-8272DF10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9D1F-F836-4A83-8F30-8FBB078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49530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6F9D2-614A-4AE3-987F-9B9FA399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A5F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0A5FA"/>
                </a:solidFill>
                <a:latin typeface="Menlo"/>
                <a:ea typeface="Menlo"/>
                <a:cs typeface="Menlo"/>
              </a:rPr>
              <a:t>server/src/task/task-manager.mjs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03A07-0B2F-4E41-899D-9D57095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4958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const ACTIVE = new Set([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'queued',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'running',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'delegated',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'finalizing',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'cancelling',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const TERMINAL = new Set([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'completed', 'failed', 'cancelled'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A6F1C-11F9-4DF0-BD6B-8277C983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系统事实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D5A73-8537-41C6-9BED-62F6BA71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Work 保存 owner、来源 turn、进度、结果与取消状态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UI、语音查询与恢复都读取同一账本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完成与交付分别记录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EC124-354D-47E4-A81B-2E119D43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模型负责解释状态；Gateway 决定状态是什么。</a:t>
            </a:r>
          </a:p>
        </p:txBody>
      </p:sp>
    </p:spTree>
    <p:extLst>
      <p:ext uri="{BB962C8B-B14F-4D97-AF65-F5344CB8AC3E}">
        <p14:creationId xmlns:p14="http://schemas.microsoft.com/office/powerpoint/2010/main" val="10539000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9137E-88DD-4A0B-934D-0031103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TASK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4D8D1-9748-4296-8E85-5A1BDBB3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调度追求的不只是吞吐，而是连续性与公平性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10F28-8DF4-4AB4-8090-FF7DAC52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B8B5F-A1E3-4804-8F17-3E319F8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373EB-E778-43F6-865C-3781A597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74B96-2145-4FC0-8E85-C8F55F7E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三层限流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E9D2-8CE1-4155-B966-B15999D4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C0675-5488-4549-B477-9482641F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全局 4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单 owner 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协调 lane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9C2F0-804C-46EC-912A-D35C0F19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8595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6837F-05A9-4943-9ECD-B2626E0F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delegated 释放槽位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EA2DD-CC5D-4C33-B231-AA0ADDAC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E3A49-C3BC-4287-931E-BADA44D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第三层长任务运行时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不占死协调队列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5FBAA-60EF-445E-9171-2D963B9A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C1340-3BB7-4FC2-A62A-FCAEE2CA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取消与恢复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F8DC0-D0A0-477F-993D-32D38783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57800-8423-408E-B70E-AD10583B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协调取消优先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Adapter 忙时兜底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重启恢复未交付通知</a:t>
            </a:r>
          </a:p>
        </p:txBody>
      </p:sp>
    </p:spTree>
    <p:extLst>
      <p:ext uri="{BB962C8B-B14F-4D97-AF65-F5344CB8AC3E}">
        <p14:creationId xmlns:p14="http://schemas.microsoft.com/office/powerpoint/2010/main" val="1809325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8D308-06A4-45D7-B516-25186972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BACKSTAGE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D609C-C4D7-4365-8AAE-6091365C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固定协调 Session 负责连续理解，而不是所有执行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EBDD7-6EA6-4B2F-90E7-C2DDEDCE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A1C79-2549-4BB1-8B40-1B42AF5F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BD7C2-7223-461A-B239-D134D92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33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qwen-audio-agent:&lt;owner&gt;:backend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22272-A4B0-44CD-AFD7-73BDADCC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676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复用同一 owner 的对话、记忆、Work 与已有 Session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普通后台任务直接完成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复杂任务按用户意图开启或续接第三层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第三层结束后重新接管，校验结果并生成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AEC85-54DD-444C-BE29-052A234F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33550"/>
            <a:ext cx="2762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BD8D3-950F-4221-B5E7-7AFD2DD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连续性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8952C-9E9D-41AE-AE7E-458F2869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00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理解用户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维护项目上下文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选择执行层级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统一最终表达</a:t>
            </a:r>
          </a:p>
        </p:txBody>
      </p:sp>
    </p:spTree>
    <p:extLst>
      <p:ext uri="{BB962C8B-B14F-4D97-AF65-F5344CB8AC3E}">
        <p14:creationId xmlns:p14="http://schemas.microsoft.com/office/powerpoint/2010/main" val="9798571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F4331-CA24-4AD1-B436-B8537BFE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NATURAL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3BC85-7CAC-42F6-BA8C-C4EE43AF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结果完成后，系统先判断“现在能不能说”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81C8F-5E88-4358-BD23-02516EC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BE60D-E8FA-416B-8E3F-04656D1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6C5DA-B25D-4261-A6B1-1E9991D9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C2BB2-CDAC-4350-9BFA-9A3B304D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FC82C-4BD3-48FA-9E40-A0C57397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等待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D8E2A-64AF-4936-A35F-9F7A0046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用户与音频空闲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40C05-0BA2-498D-8486-60FD27F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949F8-E947-44CF-8BC6-4BA6DD76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合并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84113-1B8E-465D-9390-762C019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71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相邻结果成批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43F7D-493D-444F-AA15-1A633154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72AA4-B01C-4AD4-9101-62F738C6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385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领取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07052-01EB-4BDC-888B-82C626B4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claim / 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F3326-28CB-44BF-8082-58498FB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5BC42-CCA0-408E-AA91-F4949740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385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注入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66956-AFDB-46BF-BC97-55E08184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71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回到 Realtime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A930B-9302-46DF-9A18-636A089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71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DB314-C159-4CAC-9DE5-D496B583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385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4A554-9730-4AD0-BC4F-45617B92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71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playback started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96E87-8B99-4199-9BC8-AA4AABD5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后台提供事实与表达意图；同一前台人格决定此刻怎么说。</a:t>
            </a:r>
          </a:p>
        </p:txBody>
      </p:sp>
    </p:spTree>
    <p:extLst>
      <p:ext uri="{BB962C8B-B14F-4D97-AF65-F5344CB8AC3E}">
        <p14:creationId xmlns:p14="http://schemas.microsoft.com/office/powerpoint/2010/main" val="960326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64525-A61D-4E9B-B69D-A30AA854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NATURAL DELIVERY · CODE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91373-ABF5-4252-A298-E2A2800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response.done 不是“用户已经听到”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CAA16-2C0F-415E-9113-4DFF89D0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EFABF-E17D-4921-841D-0B6623E6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CC390-35A0-4604-9573-8773CBB4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为什么？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DF006-7A4E-4973-BB9F-D9A8C2F1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29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模型生成结束时，桌面端音频可能仍在排队或播放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若此时重试，会产生第二段重复语音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交付确认必须绑定实际播放事件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2F996-5798-4676-9455-2A694C33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718185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4DA67-494B-479F-91D0-204A80D5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672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A5F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0A5FA"/>
                </a:solidFill>
                <a:latin typeface="Menlo"/>
                <a:ea typeface="Menlo"/>
                <a:cs typeface="Menlo"/>
              </a:rPr>
              <a:t>server/src/voice/announcement/announcement-manager.mjs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3D4DB-3BF7-452B-821E-A35A3525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672465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(!this.activeBatch?.responseCompleted)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// response.done means generation finished,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// not that the client finished playing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(this.isDeliveryBlocked()) 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this.scheduleAcknowledgementTimeout()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return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8292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F4184-F023-474F-8C68-F77E773D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RUNTIME SEMANTICS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4DAF1-DDDF-4A82-BA41-FFCAA6B7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受理、执行、完成、交付必须是四个独立时刻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0BC43-AE8C-4AE9-9189-49FC22E3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6A490-A316-44CF-B17A-F6ED0492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E4D1E-E131-4003-B10B-BCC011F3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Accepted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090B4-C90B-4B68-8149-3E54D19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Work 已写入账本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6A4E2-712A-4C54-BEED-0E382BF3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用户立即得到已受理回执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7A7F7-161B-417D-B16C-03712122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ED6D5-90AE-42EE-B8DA-C570F8A1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Running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0CF98-727C-454D-B1A1-9537E07B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协调器或执行 Session 工作中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A00EF-F367-47C9-BD9C-3E129A74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仍可继续聊、查询、取消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8764E-616A-4213-B0DF-AB968917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CDBB9-8C2C-43B1-BEF8-AF32B49D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71ABF-0C8B-4C57-9C8B-7A3D5634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可信最终结果已经产生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C5A12-EFBB-4433-B898-9B46833D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还不代表适合开口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96F65-58C1-49EE-81B7-E27C94D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FB163-FAA9-43E8-8769-2C21738D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Delivered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59C6A-3734-41DD-80BD-69E25A5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结果语音已经开始播放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1243-88BC-4B2D-98E3-99412BA0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434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真正进入当前对话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6DF62-8AF2-466B-8B93-7845B1D5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97B53-387B-44B1-96EC-05E10E33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769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completed ≠ delivered</a:t>
            </a:r>
          </a:p>
        </p:txBody>
      </p:sp>
    </p:spTree>
    <p:extLst>
      <p:ext uri="{BB962C8B-B14F-4D97-AF65-F5344CB8AC3E}">
        <p14:creationId xmlns:p14="http://schemas.microsoft.com/office/powerpoint/2010/main" val="516218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6c74ab50f4e95"/>
          <a:stretch xmlns:a="http://schemas.openxmlformats.org/drawingml/2006/main"/>
        </p:blipFill>
        <p:spPr>
          <a:xfrm xmlns:a="http://schemas.openxmlformats.org/drawingml/2006/main" flipH="0" flipV="0">
            <a:off x="792480" y="114300"/>
            <a:ext cx="10607040" cy="6629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734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CA343-5F7A-4368-8A67-2475D410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OPTIONAL THIRD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E3F50-746B-4B50-94D7-060C54BC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第三层只在任务需要“独立且耐久的执行上下文”时出现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76B8C-9ED1-4B91-BFB3-CB36C3F4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D2864-0851-4146-A525-15C487C4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1CCCC-7C34-4A8D-B736-B2531692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开启条件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9AFD9-C442-4E44-8C82-EB9D49CA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用户明确创建独立工作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需要项目工作区、工具或长时间运行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继续一个既有后台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9DCA6-7132-4DBF-BD9D-FAD6BC52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950C4-D998-4237-81DF-07AB7109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获得能力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AC9CA-6F45-46AD-BEBD-BE16DC4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独立 Agent、上下文、权限和目录 / worktree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文件、终端、搜索、浏览器、应用与测试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跨前台连接持续运行，可查询、取消、续接</a:t>
            </a:r>
          </a:p>
        </p:txBody>
      </p:sp>
    </p:spTree>
    <p:extLst>
      <p:ext uri="{BB962C8B-B14F-4D97-AF65-F5344CB8AC3E}">
        <p14:creationId xmlns:p14="http://schemas.microsoft.com/office/powerpoint/2010/main" val="2665532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E1C58-F75E-4AD1-8F3E-A887CAA4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OPTIONAL THIRD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AADA8-06B6-40EE-A47A-1BEE1329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委派不是“丢出去不管”，而是可追踪的执行协议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2B60F-61AB-4370-90E0-08DD6F37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CD743-4A3A-4A55-8028-6E5C02DF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DAC84-7498-458D-9436-B5B956D5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9C8F7-CBBD-46E2-9AF9-3BAA5C1F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DDD12-D9AF-4C07-92B4-074119BA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DELEGATE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A1034-4163-4CDD-B8B9-C27D56CA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释放协调槽位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6F313-C099-4540-90D5-3115D947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Work 进入 delegated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后台 Session 独立运行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11379-66C4-4A0B-875C-97A654E3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32094-D872-4566-A776-327BC79D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B1B40-FC18-4BED-A72F-47D8BD90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持续归一事件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B0C2B-C309-45A1-98F6-9962C8F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状态、权限、活动与错误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统一回到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D6CE3-CD8F-47D1-9A9C-7DCEB9F9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7371A-E6E9-45D3-8EBE-F7D12DA2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FINALIZE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95408-8E41-482E-8F89-1B074430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重新取得协调权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200E7-FF0B-40CB-8F21-FA3B352C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session.idle + final result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校验后生成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129683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692E3-AEC5-45F0-975B-FD1FC5B4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0835F-CD39-4C61-9DB8-62AA2D0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记忆系统采用双写入路径，但共享同一安全边界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A7A0B-AE2C-4950-8577-DFD618F4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E8CF2-8019-42A1-A11E-8BD82EE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24711-DBEB-4B17-A71A-3DDA6118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写入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2B550-A32D-4A5A-97F9-60E8AE4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显式路径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ED456-E73D-4CBB-8D89-A3648ECE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memory 工具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read / append / replace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立即生效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41B24-440E-49B8-9CB1-B013C3D0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自动路径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BC22A-57E6-404D-8CB2-1228ABF2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会话关闭后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MemoryExtractor 异步整理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静默补漏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F5EDB-9A61-424E-BB80-3D6DFAD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FrontendMemoryService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73392-08DD-4BC0-AADA-4532524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敏感检查 · revision · 精确匹配 · 原子提交 · 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B928C-BCA6-43DE-85B2-E3E9A065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9E7A8-726E-473E-836D-80B534F4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读取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4ACBA-8255-40BF-9441-807A916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PROMPT.md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40EA8-1C8D-40B6-8230-9E46B6D1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核心协议与安全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F4F34-E98D-41FF-B8AE-96A019B6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BB2B4-B2E4-4E30-8A7A-3DD14099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当前请求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65640-BF2E-410F-8FF0-C0D0AE94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用户此刻意图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89974-8541-4C3D-8D63-9CFF162C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212EA-E2AB-4379-B6C0-7AA5E213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USER.md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058E5-C9D5-4EC0-92AF-A28A9922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长期偏好与指令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0FE3A-DFA0-44ED-8694-A8550DFD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3920E-D5CA-4CFA-9135-B7EF3880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ASSISTANT.md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5FB03-5C2B-4F56-96C7-25EEEAE2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86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默认人格与风格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5EA96-ACC3-4C09-A07D-E9191370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F1E39A-F0E7-4790-BC10-E5DB7BD8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MEMORY.md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F7AC0-26D3-4D1B-AE1A-A532C8B5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33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稳定事实，只作为数据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1ADB3-2DC1-4B8C-8577-43E36338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43202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C3CB8-79BD-469E-93CC-DB19B9A5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MEMORY · AUTHORITY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B75C5-8BF3-4DC7-8C35-8066D6E5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长期个性化不能获得无限指令权威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38AB9-BBFC-45FC-98CC-A894187B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391F1-D892-4591-8732-372734F0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C9F1C-F712-4DF5-B5E6-7D22BDA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840C4-1328-489D-9E8A-9EEAD487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核心规则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EE827-9704-42A1-8390-32FDAA5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811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不可被记忆覆盖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662D1-62C8-4610-906C-0BDD63B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7C60A-31BC-4509-9697-D62AE23E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当前请求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EF4C5-CD8D-4345-89B6-96AA7EFC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574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高于历史偏好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24BA1-3F3E-4AD8-865A-01DF0C37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A97EB-CEC9-4BBE-B57A-F5CD6704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USER.md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C352E-667C-487F-B387-82407943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37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有限指令权威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8C677-A6DD-4E63-860A-1C399260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89C6C-9366-4A5E-8CC4-6DA20D93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ASSISTANT.md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14CC2-DAFF-45B2-9742-05F5D5EA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00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实例默认值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00321-2E88-4406-B1C2-779EA4A7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3DB97-192B-4A23-930F-FADAA291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MEMORY.md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A6C8D-78AA-4C60-93C5-A256E3E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提供回答依据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不参与指令竞争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当前陈述优先</a:t>
            </a:r>
          </a:p>
        </p:txBody>
      </p:sp>
    </p:spTree>
    <p:extLst>
      <p:ext uri="{BB962C8B-B14F-4D97-AF65-F5344CB8AC3E}">
        <p14:creationId xmlns:p14="http://schemas.microsoft.com/office/powerpoint/2010/main" val="973053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FD5E6-6270-4F02-B32B-179F1B1B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MEMORY · CODE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1A9CF-332D-4902-8135-7CBED9B2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自动记忆被设计成“保守的会后整理”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77CAF-65B1-466E-9B87-07963628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A2DCB-A23A-4D02-B992-0C1DA0FF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39338-3D70-448A-9279-0CD95B2B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63E7A-3E91-42AB-A935-68FAB7ED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3619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会话关闭后 fire-and-forget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每 owner 30 分钟冷却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至少 4 条用户消息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最多读取 6000 字符 transcript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失败静默降级，不影响主会话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75755-693F-42CE-AD51-DACA7063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70866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129DD-9829-41A9-94DB-C2A8CD3E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9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A5F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0A5FA"/>
                </a:solidFill>
                <a:latin typeface="Menlo"/>
                <a:ea typeface="Menlo"/>
                <a:cs typeface="Menlo"/>
              </a:rPr>
              <a:t>server/src/conversation/memory-extractor.mjs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49FB2-3019-4905-A649-D72C4E82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66294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constructor({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debounceMs = 30 * 60_000,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minUserMessages = 4,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maxTranscriptChars = 6000,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 = {}) { ...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// Fire-and-forget session-close hook.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// All gating is synchronous.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maybeRun({ ownerId, sessionId }) { ... }</a:t>
            </a:r>
          </a:p>
        </p:txBody>
      </p:sp>
    </p:spTree>
    <p:extLst>
      <p:ext uri="{BB962C8B-B14F-4D97-AF65-F5344CB8AC3E}">
        <p14:creationId xmlns:p14="http://schemas.microsoft.com/office/powerpoint/2010/main" val="5961131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F5FB2-7F2D-4BED-9DE9-BF14A306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OTHER CORE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A22B3-BC8C-43A1-8AEB-9687E345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ConversationSync 让多模型系统共享同一段对话事实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226E5-443D-4D80-A188-7110B38D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4DDFD-1D7F-4649-B58E-16F148B2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7F003-2949-4D30-808D-A37C4F94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统一进入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0E713-DAA1-4CB8-BCB4-7CA030E4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用户语音转写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D6150-9EDC-488E-A958-87C5F0A7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Realtime 直接回答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651E7-9024-43FB-ACAF-85DD1BA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后台最终结果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5222F-7DD9-4246-A413-1DF37F60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前台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B3682-65C7-4798-840F-75767797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ConversationSync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424A3-2748-43F6-9A4E-CCBE5A9E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归一 · 去重 · 投影 · 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09383-A66C-4769-9D50-A524DFA2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共同服务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C7E98-7172-4F97-9854-70594799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协调 Agent 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AEAB3-37D4-43AC-A79B-06F8D00D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记忆提取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DE527-19A1-454A-9E3C-4B5DD4D4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90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重连恢复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9EC13-9B33-4CED-8604-C2462926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9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后续追问</a:t>
            </a:r>
          </a:p>
        </p:txBody>
      </p:sp>
    </p:spTree>
    <p:extLst>
      <p:ext uri="{BB962C8B-B14F-4D97-AF65-F5344CB8AC3E}">
        <p14:creationId xmlns:p14="http://schemas.microsoft.com/office/powerpoint/2010/main" val="14046734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32440-385F-4A65-A75D-0ACC5E1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OTHER CORE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83E84-AA11-47FE-8DEB-E30C8534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身份、活跃语音端与权限共同构成控制面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7DA12-5B87-4AE9-91FF-40A6226A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60B09-D0A1-4054-BFC3-46DEA5EA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76438-1072-4086-8E4E-AE47DDB0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Owner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BC000-9293-4547-B5C8-CD6A7108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是谁的任务？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C5DAB-9046-45B3-A7B2-467DA1F0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DE6C5-5DBC-41FA-8C4A-5C9BCD39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记忆、Work 与 Session 绑定到签名身份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B75B8-8F97-4A3C-8966-013E5A6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669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ActiveVoiceClients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747DA-4B10-4D02-AA4A-588634CB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289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在哪个端说？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19A5E-B718-465D-B59B-70B77243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38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F28C2-0473-4D24-BCC3-0983A3F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同一 owner 只有一个活跃语音输出端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71E0D-CCFC-47D6-B704-C895F2F6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669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PermissionBroker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794FB-B037-4949-A3DD-45199AB0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谁有权批准？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F2043-FA13-465F-89B2-3BCC48BC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77A55-2BB0-4146-8739-52BE77C1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请求只路由到对应 owner / 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39437-29B1-44DF-A94E-8D5B0286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SessionPermissionPolicy 的 always 仅在明确授权后，对当前 Session 生效。</a:t>
            </a:r>
          </a:p>
        </p:txBody>
      </p:sp>
    </p:spTree>
    <p:extLst>
      <p:ext uri="{BB962C8B-B14F-4D97-AF65-F5344CB8AC3E}">
        <p14:creationId xmlns:p14="http://schemas.microsoft.com/office/powerpoint/2010/main" val="5578935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04D8A-CEAE-472E-ADBE-3567251E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OTHER CORE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5CF67-D3A2-4755-8079-B66BDDA8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双协议边界让对话模型与执行 Agent 独立演进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28177-2167-4865-B8F0-CE59314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36669-35F1-49B4-AB37-DBEAB0E6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376E5-EE40-4DE3-86A7-8A54701F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CE24D-A820-4AEA-9E75-C3CE723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Realtime Provider Registry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7AFD5-162D-4D14-B2B1-C00F0BCB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实时音频协议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模型能力契约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供应方适配与错误归一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更换实时模型不改任务系统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829D7-8391-4216-B59A-A9C98BFA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Backend Adapter / Driver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61093-1116-4027-A393-0ACF4802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Agent Session 与事件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权限、取消与结果校验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协调器串行化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更换 Runtime 不改语音协议</a:t>
            </a:r>
          </a:p>
        </p:txBody>
      </p:sp>
    </p:spTree>
    <p:extLst>
      <p:ext uri="{BB962C8B-B14F-4D97-AF65-F5344CB8AC3E}">
        <p14:creationId xmlns:p14="http://schemas.microsoft.com/office/powerpoint/2010/main" val="3024337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893BC-5674-4D27-9F11-B7012BA5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DESIGN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96501-E0B7-42C4-AC5A-B8A5CC65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真正的巧思，都在“边界”和“时机”上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DCEA3-DD7A-430B-9DA7-C83E0DAF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8F66F-BE85-49AD-8083-62DCDFB3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F0C65-9477-4003-AA74-89CAA3A2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两套时钟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CF153-9F47-4C35-AAA5-8D975C0F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对话延迟不被任务耗时绑架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4082E-58DB-482E-B165-7C6ED4EF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CC3B1-9E6E-4A56-81F6-D06275D6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两种权威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C6F2B-F23B-4059-B3D2-664FE5AB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Gateway 管事实，模型管表达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4A4CB-B809-4E97-ACA8-574C2D5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4D429-8D8F-4AE7-B746-AB2DB40E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两个执行层级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12BEB-D576-4ECF-94E4-6B4C0842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稳定协调器 + 隔离执行器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5C387-B3BE-4607-B7B7-2B7D135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571CE-8839-4C56-A42E-E2758ED8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两个交付状态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7F2BF-C3E0-405B-B637-50F01553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完成不等于已经播报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655FD-2184-42DE-BDF4-3D742806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81F52-2654-4212-A39A-6CE3564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两种记忆语义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790B8-37CF-422F-807E-FFE85B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339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偏好有有限权威，事实只是数据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ECE96-CC5F-47C7-96B4-100BDF5E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A59D1-4FDA-4FA4-B231-82931327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一条时间线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91218-B654-4F8D-B0D9-EA4D89BD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339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跨模型、跨 Session 仍是同一对话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B100A-FCE8-4FC3-AD8A-065986ED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88332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B64EE-C5FE-47AC-B993-0AC36235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DESIGN ATTENTION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BE995-6670-4669-82BC-3C267C0C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系统优先保证连续可用，而不是假设所有模块都成功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ACFFF-C7BF-4A33-BA15-1BF15A90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0FEE0-0AD0-471A-8B31-26EDBC2E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9DF06-4C1E-4FD9-A249-3A534C4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局部失败如何降级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7F75F-4C93-4703-8ADE-D5BFBAD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后台不可用：前台仍能直接对话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任务失败：写入 Work，再等待窗口说明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播报失败：pending notification + retry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自动记忆失败：静默，不影响会话关闭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B4178-201E-4537-B1B2-EC095BF2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FD9EE-CEA5-4C95-8049-E6A0C0E0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最容易破坏架构的做法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09BB7-9DBE-4828-B41C-493465B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持续给前台添加后台工具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用 response.done 代替播放确认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让第三层长期占用协调槽位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把事实记忆与行为指令混在一起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• 重连、重试和权限缺少 owner 绑定</a:t>
            </a:r>
          </a:p>
        </p:txBody>
      </p:sp>
    </p:spTree>
    <p:extLst>
      <p:ext uri="{BB962C8B-B14F-4D97-AF65-F5344CB8AC3E}">
        <p14:creationId xmlns:p14="http://schemas.microsoft.com/office/powerpoint/2010/main" val="7614576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FB97B-D271-466F-B24A-C46EBCDA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设计原则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46BE4-1B72-4826-89F9-DFE30EE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7F4FF-FD69-4A42-98B6-28E06126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57EA1-F122-4B28-9481-EC2A10D4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716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用异步协议连接不同时间尺度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FF759-8358-4ECA-A2BB-07A9B8E5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E5610-96E2-4FC3-87BA-79BC4E4C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765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Gateway 管事实，模型管表达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A47AC-B3FA-44C0-9D52-CA196A2A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BF343-E60D-4D64-A55D-ADC82472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稳定协调器维持连续性，隔离执行器提供耐久能力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86E93-DAD1-4DF2-8D92-1E27B62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7206A-C1C4-4AC1-A1DC-1DD01510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完成与交付分离，尊重人类对话节奏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E21FB-90B5-4923-8915-60B6653F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5A062-ADD2-4DFB-8478-51566245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记忆按权威分层，个性化不突破安全边界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316C2-6EE9-443D-86A2-601A8F82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3BB7E-7716-4ECE-BF75-C0EB7DAC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59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跨会话能力必须可恢复、可取消、可审计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A1AC7-0C93-4DB4-82B3-FD32583F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72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复杂执行始终服务于同一个自然对话。</a:t>
            </a:r>
          </a:p>
        </p:txBody>
      </p:sp>
    </p:spTree>
    <p:extLst>
      <p:ext uri="{BB962C8B-B14F-4D97-AF65-F5344CB8AC3E}">
        <p14:creationId xmlns:p14="http://schemas.microsoft.com/office/powerpoint/2010/main" val="13716895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B0E056-0E35-4F0D-8CFB-A9FAD2AA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C6538-C518-4C2E-97A7-B9E85E94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附录｜关键默认参数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E5E23-2044-4376-B1CF-D1B142C4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82EEA-9BEC-4F85-AE41-B2CDF7A6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C8889-83A5-4A19-8C68-CEF98120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48A05-4944-4E0D-A6EF-00E199A9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默认值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F22B8-8F3A-4F13-B6A3-E1D84D31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81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EDA8E-2AE4-4A04-914D-D6FED052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95122-199A-4251-8EF1-C8E9CBAE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Task 全局 / owner 并发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85DBE-45A9-4652-8357-6D1D50C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4 /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AF265-1C67-43B7-8FD2-82B1EDAC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资源公平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AF24A-E4D9-4942-B1AA-5E76D916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协调 lane 并发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95CAD-993F-4144-9AC3-43E7C268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1A162-93E0-4E7E-8A4F-5C8D6DC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上下文顺序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A4DD3-CEBD-42D3-86BA-5038229A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3071A-560A-46A7-BE24-458317DB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播报批处理 / 单批上限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3A61E-EE35-4B8E-8A2C-47C8F901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120 ms /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3C767-63A1-4F0C-BCD9-E3E5B24E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减少打断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FF7F2-4657-444F-9280-B5014CC7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安静窗口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B2BEB-08EB-4418-8F83-28BA1FDF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350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19949-0702-48B0-B501-DBB3B3DB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避免抢话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310E3B-F5F2-4181-9D82-8C65C148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C222F-C800-42AD-B50B-1C9D84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播报上下文上限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5AEDE-A981-40F6-A404-2A8F210E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76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6000 chars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547B5-A0DC-4B6B-8E49-5A81BBAB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76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控制注入体积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7B85D-EB4B-4A41-9F9E-C1387CBC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播报最大重试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D875B-1155-4322-9A65-9A1A2F50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7B645-3D63-4F7A-9CDB-8DEFA903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可靠性与止损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FE5211-0008-416B-A87D-CEA63918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1076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2C1C01-500E-4D96-AE40-063E48AC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长任务进度检查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933BA4-B3A2-448A-9720-E0EAA4B2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7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5 min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80A5F-7AB2-4B38-A7A2-4195E71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避免高频打扰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D8416C-5144-4B71-BFAD-1AD94E7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自动记忆冷却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E6C801-E9E7-41CF-977F-E8FB168D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62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30 min / owner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FE180F-8525-4032-85D2-BD8CE336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62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控制写入频率</a:t>
            </a:r>
          </a:p>
        </p:txBody>
      </p:sp>
    </p:spTree>
    <p:extLst>
      <p:ext uri="{BB962C8B-B14F-4D97-AF65-F5344CB8AC3E}">
        <p14:creationId xmlns:p14="http://schemas.microsoft.com/office/powerpoint/2010/main" val="12816602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E788F9-3327-4C1A-8CFB-F6FA0539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8B8CA-1225-42A6-98C3-CDE6D582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附录｜核心实现索引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5B570-D0E4-4C0E-9453-8146FC3E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8A4F9-769E-4B2F-835F-AD7E4574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1850E-AB5E-4E89-A603-810F5BDF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前台工具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05DE3-0B84-4703-9383-0EC7A16E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server/src/voice/frontend-tools.mjs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C69F3-89D1-4382-B770-EE4E97C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工具执行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6596C-0B59-4272-B3D3-3AAFFA8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server/src/voice/tools/tool-call-handler.mjs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BE534-E449-4969-AF50-5D2CE958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任务管理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347F0-543F-4C47-A3C0-CCB97D0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server/src/task/task-manager.mjs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D8F64-6A25-4F92-83BC-22ED035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调度器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C448B-D16C-47AC-A86A-4F03BCC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server/src/task/task-scheduler.mjs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377DE-40E0-47CD-AD3A-A137EFBB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结果交付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B64C9-5DCE-4F30-9C3E-F532E5B5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244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server/src/voice/announcement/announcement-manager.mjs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A1FC7-34CB-495F-A99E-2B32935E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后台协调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AE7B9-CF08-4276-8FB7-D7071076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server/src/agent/coordinator.mjs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1BDC3-05FA-4E95-A87E-4103279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后台适配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C56CA-BD37-4B10-A673-863E9C57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670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server/src/agent/acp-backend-adapter.mjs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06543-24F0-4DE0-8C98-9BC9A84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统一时间线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070F0-D128-4618-BF33-6B0600C9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server/src/conversation/conversation-sync.mjs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16BFC-561B-443C-A1D2-C096F798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记忆服务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39426-B639-4742-8C25-F1330BC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053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server/src/conversation/frontend-memory-service.mjs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63FEC-02EA-45CF-84A6-8B52A316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会后提取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9CDDD-CD86-45A5-8ECD-9807EE79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8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E6878"/>
                </a:solidFill>
                <a:latin typeface="Menlo"/>
                <a:ea typeface="Menlo"/>
                <a:cs typeface="Menlo"/>
              </a:rPr>
              <a:t>server/src/conversation/memory-extractor.mjs</a:t>
            </a:r>
          </a:p>
        </p:txBody>
      </p:sp>
    </p:spTree>
    <p:extLst>
      <p:ext uri="{BB962C8B-B14F-4D97-AF65-F5344CB8AC3E}">
        <p14:creationId xmlns:p14="http://schemas.microsoft.com/office/powerpoint/2010/main" val="234615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2026-08-17T06:11:04.4170000Z</dcterms:created>
  <dcterms:modified xsi:type="dcterms:W3CDTF">2026-08-17T06:11:04.4170000Z</dcterms:modified>
</coreProperties>
</file>